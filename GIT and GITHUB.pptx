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4B6C8-F269-4BE0-9500-AF408C614AA9}" v="42" dt="2025-11-29T05:01:10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Singh" userId="a878300c0cd999a8" providerId="LiveId" clId="{53FD8415-4707-4C68-89A5-394CCBD7EE2E}"/>
    <pc:docChg chg="undo custSel addSld modSld">
      <pc:chgData name="Pooja Singh" userId="a878300c0cd999a8" providerId="LiveId" clId="{53FD8415-4707-4C68-89A5-394CCBD7EE2E}" dt="2025-11-29T09:30:24.602" v="2194" actId="27636"/>
      <pc:docMkLst>
        <pc:docMk/>
      </pc:docMkLst>
      <pc:sldChg chg="addSp modSp new mod">
        <pc:chgData name="Pooja Singh" userId="a878300c0cd999a8" providerId="LiveId" clId="{53FD8415-4707-4C68-89A5-394CCBD7EE2E}" dt="2025-11-29T04:49:53.039" v="1981" actId="1076"/>
        <pc:sldMkLst>
          <pc:docMk/>
          <pc:sldMk cId="509146858" sldId="256"/>
        </pc:sldMkLst>
        <pc:spChg chg="mod">
          <ac:chgData name="Pooja Singh" userId="a878300c0cd999a8" providerId="LiveId" clId="{53FD8415-4707-4C68-89A5-394CCBD7EE2E}" dt="2025-11-29T04:47:22.179" v="1965" actId="2711"/>
          <ac:spMkLst>
            <pc:docMk/>
            <pc:sldMk cId="509146858" sldId="256"/>
            <ac:spMk id="2" creationId="{F250194B-26FD-2553-E588-2308C6E2C19E}"/>
          </ac:spMkLst>
        </pc:spChg>
        <pc:spChg chg="mod">
          <ac:chgData name="Pooja Singh" userId="a878300c0cd999a8" providerId="LiveId" clId="{53FD8415-4707-4C68-89A5-394CCBD7EE2E}" dt="2025-11-28T15:17:33.321" v="14" actId="20577"/>
          <ac:spMkLst>
            <pc:docMk/>
            <pc:sldMk cId="509146858" sldId="256"/>
            <ac:spMk id="3" creationId="{E7814A8A-A7F8-25F2-EB20-407097059854}"/>
          </ac:spMkLst>
        </pc:spChg>
        <pc:picChg chg="add mod">
          <ac:chgData name="Pooja Singh" userId="a878300c0cd999a8" providerId="LiveId" clId="{53FD8415-4707-4C68-89A5-394CCBD7EE2E}" dt="2025-11-29T04:49:36.264" v="1978" actId="1076"/>
          <ac:picMkLst>
            <pc:docMk/>
            <pc:sldMk cId="509146858" sldId="256"/>
            <ac:picMk id="5" creationId="{4DCF2BA5-899B-739B-5456-E6EA4FC8ACA8}"/>
          </ac:picMkLst>
        </pc:picChg>
        <pc:picChg chg="add mod">
          <ac:chgData name="Pooja Singh" userId="a878300c0cd999a8" providerId="LiveId" clId="{53FD8415-4707-4C68-89A5-394CCBD7EE2E}" dt="2025-11-29T04:49:40.431" v="1979" actId="1076"/>
          <ac:picMkLst>
            <pc:docMk/>
            <pc:sldMk cId="509146858" sldId="256"/>
            <ac:picMk id="7" creationId="{04048589-C45E-3BB0-B260-33C4E9C895B1}"/>
          </ac:picMkLst>
        </pc:picChg>
        <pc:picChg chg="add mod">
          <ac:chgData name="Pooja Singh" userId="a878300c0cd999a8" providerId="LiveId" clId="{53FD8415-4707-4C68-89A5-394CCBD7EE2E}" dt="2025-11-29T04:49:53.039" v="1981" actId="1076"/>
          <ac:picMkLst>
            <pc:docMk/>
            <pc:sldMk cId="509146858" sldId="256"/>
            <ac:picMk id="9" creationId="{7A91713A-C380-5FE7-F62B-0C05ED3D1BB9}"/>
          </ac:picMkLst>
        </pc:picChg>
      </pc:sldChg>
      <pc:sldChg chg="addSp delSp modSp new mod">
        <pc:chgData name="Pooja Singh" userId="a878300c0cd999a8" providerId="LiveId" clId="{53FD8415-4707-4C68-89A5-394CCBD7EE2E}" dt="2025-11-29T04:50:34.992" v="1987" actId="1076"/>
        <pc:sldMkLst>
          <pc:docMk/>
          <pc:sldMk cId="2940805792" sldId="257"/>
        </pc:sldMkLst>
        <pc:spChg chg="mod">
          <ac:chgData name="Pooja Singh" userId="a878300c0cd999a8" providerId="LiveId" clId="{53FD8415-4707-4C68-89A5-394CCBD7EE2E}" dt="2025-11-29T04:49:03.854" v="1972"/>
          <ac:spMkLst>
            <pc:docMk/>
            <pc:sldMk cId="2940805792" sldId="257"/>
            <ac:spMk id="2" creationId="{7A405BC2-A34E-C7AB-70A2-638B8FC1CE17}"/>
          </ac:spMkLst>
        </pc:spChg>
        <pc:spChg chg="del">
          <ac:chgData name="Pooja Singh" userId="a878300c0cd999a8" providerId="LiveId" clId="{53FD8415-4707-4C68-89A5-394CCBD7EE2E}" dt="2025-11-28T15:18:47.130" v="17"/>
          <ac:spMkLst>
            <pc:docMk/>
            <pc:sldMk cId="2940805792" sldId="257"/>
            <ac:spMk id="3" creationId="{72F42FA0-F8FB-6C3D-C7AC-9995AD7C9B3E}"/>
          </ac:spMkLst>
        </pc:spChg>
        <pc:spChg chg="add mod">
          <ac:chgData name="Pooja Singh" userId="a878300c0cd999a8" providerId="LiveId" clId="{53FD8415-4707-4C68-89A5-394CCBD7EE2E}" dt="2025-11-29T04:50:34.992" v="1987" actId="1076"/>
          <ac:spMkLst>
            <pc:docMk/>
            <pc:sldMk cId="2940805792" sldId="257"/>
            <ac:spMk id="4" creationId="{95D0D2A6-86D5-AEAC-2FA1-E0964A2888B9}"/>
          </ac:spMkLst>
        </pc:spChg>
      </pc:sldChg>
      <pc:sldChg chg="addSp delSp modSp new mod">
        <pc:chgData name="Pooja Singh" userId="a878300c0cd999a8" providerId="LiveId" clId="{53FD8415-4707-4C68-89A5-394CCBD7EE2E}" dt="2025-11-29T04:50:52.279" v="1989" actId="20577"/>
        <pc:sldMkLst>
          <pc:docMk/>
          <pc:sldMk cId="2633543501" sldId="258"/>
        </pc:sldMkLst>
        <pc:spChg chg="mod">
          <ac:chgData name="Pooja Singh" userId="a878300c0cd999a8" providerId="LiveId" clId="{53FD8415-4707-4C68-89A5-394CCBD7EE2E}" dt="2025-11-29T04:49:03.854" v="1972"/>
          <ac:spMkLst>
            <pc:docMk/>
            <pc:sldMk cId="2633543501" sldId="258"/>
            <ac:spMk id="2" creationId="{D685ADA7-E32B-D40F-76D3-4925BCD75343}"/>
          </ac:spMkLst>
        </pc:spChg>
        <pc:spChg chg="del">
          <ac:chgData name="Pooja Singh" userId="a878300c0cd999a8" providerId="LiveId" clId="{53FD8415-4707-4C68-89A5-394CCBD7EE2E}" dt="2025-11-28T15:21:06.684" v="35"/>
          <ac:spMkLst>
            <pc:docMk/>
            <pc:sldMk cId="2633543501" sldId="258"/>
            <ac:spMk id="3" creationId="{45CD19DD-6D2F-1786-A466-33F8044AD34E}"/>
          </ac:spMkLst>
        </pc:spChg>
        <pc:spChg chg="add mod">
          <ac:chgData name="Pooja Singh" userId="a878300c0cd999a8" providerId="LiveId" clId="{53FD8415-4707-4C68-89A5-394CCBD7EE2E}" dt="2025-11-29T04:50:52.279" v="1989" actId="20577"/>
          <ac:spMkLst>
            <pc:docMk/>
            <pc:sldMk cId="2633543501" sldId="258"/>
            <ac:spMk id="4" creationId="{02674312-7C4F-B2A1-CB7E-8AFBA8C64D4E}"/>
          </ac:spMkLst>
        </pc:spChg>
      </pc:sldChg>
      <pc:sldChg chg="modSp new mod">
        <pc:chgData name="Pooja Singh" userId="a878300c0cd999a8" providerId="LiveId" clId="{53FD8415-4707-4C68-89A5-394CCBD7EE2E}" dt="2025-11-29T09:30:24.602" v="2194" actId="27636"/>
        <pc:sldMkLst>
          <pc:docMk/>
          <pc:sldMk cId="3184094565" sldId="259"/>
        </pc:sldMkLst>
        <pc:spChg chg="mod">
          <ac:chgData name="Pooja Singh" userId="a878300c0cd999a8" providerId="LiveId" clId="{53FD8415-4707-4C68-89A5-394CCBD7EE2E}" dt="2025-11-29T04:49:04.008" v="1974" actId="27636"/>
          <ac:spMkLst>
            <pc:docMk/>
            <pc:sldMk cId="3184094565" sldId="259"/>
            <ac:spMk id="2" creationId="{7C887263-4708-0DF9-1121-836FA58BFC1A}"/>
          </ac:spMkLst>
        </pc:spChg>
        <pc:spChg chg="mod">
          <ac:chgData name="Pooja Singh" userId="a878300c0cd999a8" providerId="LiveId" clId="{53FD8415-4707-4C68-89A5-394CCBD7EE2E}" dt="2025-11-29T09:30:24.602" v="2194" actId="27636"/>
          <ac:spMkLst>
            <pc:docMk/>
            <pc:sldMk cId="3184094565" sldId="259"/>
            <ac:spMk id="3" creationId="{67DA14FE-BF4F-8F4A-ED49-032EC37BA18D}"/>
          </ac:spMkLst>
        </pc:spChg>
      </pc:sldChg>
      <pc:sldChg chg="modSp new mod">
        <pc:chgData name="Pooja Singh" userId="a878300c0cd999a8" providerId="LiveId" clId="{53FD8415-4707-4C68-89A5-394CCBD7EE2E}" dt="2025-11-29T04:52:37.355" v="2009" actId="255"/>
        <pc:sldMkLst>
          <pc:docMk/>
          <pc:sldMk cId="4262403233" sldId="260"/>
        </pc:sldMkLst>
        <pc:spChg chg="mod">
          <ac:chgData name="Pooja Singh" userId="a878300c0cd999a8" providerId="LiveId" clId="{53FD8415-4707-4C68-89A5-394CCBD7EE2E}" dt="2025-11-29T04:49:03.854" v="1972"/>
          <ac:spMkLst>
            <pc:docMk/>
            <pc:sldMk cId="4262403233" sldId="260"/>
            <ac:spMk id="2" creationId="{1CBF38C1-D749-7394-35CE-F90D400518F9}"/>
          </ac:spMkLst>
        </pc:spChg>
        <pc:spChg chg="mod">
          <ac:chgData name="Pooja Singh" userId="a878300c0cd999a8" providerId="LiveId" clId="{53FD8415-4707-4C68-89A5-394CCBD7EE2E}" dt="2025-11-29T04:52:37.355" v="2009" actId="255"/>
          <ac:spMkLst>
            <pc:docMk/>
            <pc:sldMk cId="4262403233" sldId="260"/>
            <ac:spMk id="3" creationId="{BF2ED135-C27B-C51F-F241-B92DE2E4F115}"/>
          </ac:spMkLst>
        </pc:spChg>
      </pc:sldChg>
      <pc:sldChg chg="modSp new mod">
        <pc:chgData name="Pooja Singh" userId="a878300c0cd999a8" providerId="LiveId" clId="{53FD8415-4707-4C68-89A5-394CCBD7EE2E}" dt="2025-11-29T04:54:01.146" v="2029" actId="14100"/>
        <pc:sldMkLst>
          <pc:docMk/>
          <pc:sldMk cId="459969211" sldId="261"/>
        </pc:sldMkLst>
        <pc:spChg chg="mod">
          <ac:chgData name="Pooja Singh" userId="a878300c0cd999a8" providerId="LiveId" clId="{53FD8415-4707-4C68-89A5-394CCBD7EE2E}" dt="2025-11-28T16:35:51.321" v="676" actId="14100"/>
          <ac:spMkLst>
            <pc:docMk/>
            <pc:sldMk cId="459969211" sldId="261"/>
            <ac:spMk id="2" creationId="{58D9D58B-9D0D-B954-6A9A-CDD42C4798D2}"/>
          </ac:spMkLst>
        </pc:spChg>
        <pc:spChg chg="mod">
          <ac:chgData name="Pooja Singh" userId="a878300c0cd999a8" providerId="LiveId" clId="{53FD8415-4707-4C68-89A5-394CCBD7EE2E}" dt="2025-11-29T04:54:01.146" v="2029" actId="14100"/>
          <ac:spMkLst>
            <pc:docMk/>
            <pc:sldMk cId="459969211" sldId="261"/>
            <ac:spMk id="3" creationId="{A8E83EC4-B73C-4BBE-66A9-FCE359053043}"/>
          </ac:spMkLst>
        </pc:spChg>
      </pc:sldChg>
      <pc:sldChg chg="addSp delSp modSp new mod">
        <pc:chgData name="Pooja Singh" userId="a878300c0cd999a8" providerId="LiveId" clId="{53FD8415-4707-4C68-89A5-394CCBD7EE2E}" dt="2025-11-29T04:55:17.120" v="2058" actId="1076"/>
        <pc:sldMkLst>
          <pc:docMk/>
          <pc:sldMk cId="3628383843" sldId="262"/>
        </pc:sldMkLst>
        <pc:spChg chg="del">
          <ac:chgData name="Pooja Singh" userId="a878300c0cd999a8" providerId="LiveId" clId="{53FD8415-4707-4C68-89A5-394CCBD7EE2E}" dt="2025-11-28T16:37:34.761" v="680" actId="478"/>
          <ac:spMkLst>
            <pc:docMk/>
            <pc:sldMk cId="3628383843" sldId="262"/>
            <ac:spMk id="2" creationId="{C620F85D-329B-0536-1103-5B7F0E1C1FA2}"/>
          </ac:spMkLst>
        </pc:spChg>
        <pc:spChg chg="mod">
          <ac:chgData name="Pooja Singh" userId="a878300c0cd999a8" providerId="LiveId" clId="{53FD8415-4707-4C68-89A5-394CCBD7EE2E}" dt="2025-11-29T04:55:17.120" v="2058" actId="1076"/>
          <ac:spMkLst>
            <pc:docMk/>
            <pc:sldMk cId="3628383843" sldId="262"/>
            <ac:spMk id="3" creationId="{13D4F9E9-2E3B-20CB-4784-9DBBC5A1C938}"/>
          </ac:spMkLst>
        </pc:spChg>
        <pc:spChg chg="add mod">
          <ac:chgData name="Pooja Singh" userId="a878300c0cd999a8" providerId="LiveId" clId="{53FD8415-4707-4C68-89A5-394CCBD7EE2E}" dt="2025-11-29T04:44:43.586" v="1948" actId="207"/>
          <ac:spMkLst>
            <pc:docMk/>
            <pc:sldMk cId="3628383843" sldId="262"/>
            <ac:spMk id="4" creationId="{3F011F3E-CFB5-332B-160C-3DE48A6A7A23}"/>
          </ac:spMkLst>
        </pc:spChg>
      </pc:sldChg>
      <pc:sldChg chg="modSp add mod">
        <pc:chgData name="Pooja Singh" userId="a878300c0cd999a8" providerId="LiveId" clId="{53FD8415-4707-4C68-89A5-394CCBD7EE2E}" dt="2025-11-29T04:59:18.569" v="2110" actId="1076"/>
        <pc:sldMkLst>
          <pc:docMk/>
          <pc:sldMk cId="3528480409" sldId="263"/>
        </pc:sldMkLst>
        <pc:spChg chg="mod">
          <ac:chgData name="Pooja Singh" userId="a878300c0cd999a8" providerId="LiveId" clId="{53FD8415-4707-4C68-89A5-394CCBD7EE2E}" dt="2025-11-29T04:59:18.569" v="2110" actId="1076"/>
          <ac:spMkLst>
            <pc:docMk/>
            <pc:sldMk cId="3528480409" sldId="263"/>
            <ac:spMk id="3" creationId="{14BB66B3-34A5-8741-8C5C-449C0ED15E56}"/>
          </ac:spMkLst>
        </pc:spChg>
        <pc:spChg chg="mod">
          <ac:chgData name="Pooja Singh" userId="a878300c0cd999a8" providerId="LiveId" clId="{53FD8415-4707-4C68-89A5-394CCBD7EE2E}" dt="2025-11-29T04:44:56.739" v="1951" actId="207"/>
          <ac:spMkLst>
            <pc:docMk/>
            <pc:sldMk cId="3528480409" sldId="263"/>
            <ac:spMk id="4" creationId="{4859239F-2249-B9BF-4F9E-07DB01C69225}"/>
          </ac:spMkLst>
        </pc:spChg>
      </pc:sldChg>
      <pc:sldChg chg="modSp add mod">
        <pc:chgData name="Pooja Singh" userId="a878300c0cd999a8" providerId="LiveId" clId="{53FD8415-4707-4C68-89A5-394CCBD7EE2E}" dt="2025-11-29T05:00:46.832" v="2131" actId="20577"/>
        <pc:sldMkLst>
          <pc:docMk/>
          <pc:sldMk cId="309169936" sldId="264"/>
        </pc:sldMkLst>
        <pc:spChg chg="mod">
          <ac:chgData name="Pooja Singh" userId="a878300c0cd999a8" providerId="LiveId" clId="{53FD8415-4707-4C68-89A5-394CCBD7EE2E}" dt="2025-11-29T05:00:46.832" v="2131" actId="20577"/>
          <ac:spMkLst>
            <pc:docMk/>
            <pc:sldMk cId="309169936" sldId="264"/>
            <ac:spMk id="3" creationId="{2BAF32C5-7CCD-2216-AC37-86DDA91E95CD}"/>
          </ac:spMkLst>
        </pc:spChg>
        <pc:spChg chg="mod">
          <ac:chgData name="Pooja Singh" userId="a878300c0cd999a8" providerId="LiveId" clId="{53FD8415-4707-4C68-89A5-394CCBD7EE2E}" dt="2025-11-29T04:45:37.622" v="1954" actId="207"/>
          <ac:spMkLst>
            <pc:docMk/>
            <pc:sldMk cId="309169936" sldId="264"/>
            <ac:spMk id="4" creationId="{37616313-731F-F3FD-1BF1-E11F0A710EA2}"/>
          </ac:spMkLst>
        </pc:spChg>
      </pc:sldChg>
      <pc:sldChg chg="modSp new mod">
        <pc:chgData name="Pooja Singh" userId="a878300c0cd999a8" providerId="LiveId" clId="{53FD8415-4707-4C68-89A5-394CCBD7EE2E}" dt="2025-11-29T04:49:03.854" v="1972"/>
        <pc:sldMkLst>
          <pc:docMk/>
          <pc:sldMk cId="2461552368" sldId="265"/>
        </pc:sldMkLst>
        <pc:spChg chg="mod">
          <ac:chgData name="Pooja Singh" userId="a878300c0cd999a8" providerId="LiveId" clId="{53FD8415-4707-4C68-89A5-394CCBD7EE2E}" dt="2025-11-29T04:49:03.854" v="1972"/>
          <ac:spMkLst>
            <pc:docMk/>
            <pc:sldMk cId="2461552368" sldId="265"/>
            <ac:spMk id="2" creationId="{C0A6FDC9-19D8-779C-13CF-620FE4F55F81}"/>
          </ac:spMkLst>
        </pc:spChg>
        <pc:spChg chg="mod">
          <ac:chgData name="Pooja Singh" userId="a878300c0cd999a8" providerId="LiveId" clId="{53FD8415-4707-4C68-89A5-394CCBD7EE2E}" dt="2025-11-29T04:49:03.854" v="1972"/>
          <ac:spMkLst>
            <pc:docMk/>
            <pc:sldMk cId="2461552368" sldId="265"/>
            <ac:spMk id="3" creationId="{0459D0F0-91BD-9361-4F68-83ADFCD92536}"/>
          </ac:spMkLst>
        </pc:spChg>
      </pc:sldChg>
      <pc:sldChg chg="addSp delSp modSp new mod">
        <pc:chgData name="Pooja Singh" userId="a878300c0cd999a8" providerId="LiveId" clId="{53FD8415-4707-4C68-89A5-394CCBD7EE2E}" dt="2025-11-29T05:01:20.746" v="2136" actId="255"/>
        <pc:sldMkLst>
          <pc:docMk/>
          <pc:sldMk cId="1989884323" sldId="266"/>
        </pc:sldMkLst>
        <pc:spChg chg="mod">
          <ac:chgData name="Pooja Singh" userId="a878300c0cd999a8" providerId="LiveId" clId="{53FD8415-4707-4C68-89A5-394CCBD7EE2E}" dt="2025-11-29T05:00:58.626" v="2133" actId="20577"/>
          <ac:spMkLst>
            <pc:docMk/>
            <pc:sldMk cId="1989884323" sldId="266"/>
            <ac:spMk id="2" creationId="{8C9540CD-38BA-216D-7EB6-945BDE322707}"/>
          </ac:spMkLst>
        </pc:spChg>
        <pc:spChg chg="del">
          <ac:chgData name="Pooja Singh" userId="a878300c0cd999a8" providerId="LiveId" clId="{53FD8415-4707-4C68-89A5-394CCBD7EE2E}" dt="2025-11-28T17:07:39.552" v="1858"/>
          <ac:spMkLst>
            <pc:docMk/>
            <pc:sldMk cId="1989884323" sldId="266"/>
            <ac:spMk id="3" creationId="{EA27AD9F-424F-26FA-143A-464903C6D146}"/>
          </ac:spMkLst>
        </pc:spChg>
        <pc:spChg chg="add mod">
          <ac:chgData name="Pooja Singh" userId="a878300c0cd999a8" providerId="LiveId" clId="{53FD8415-4707-4C68-89A5-394CCBD7EE2E}" dt="2025-11-29T05:01:20.746" v="2136" actId="255"/>
          <ac:spMkLst>
            <pc:docMk/>
            <pc:sldMk cId="1989884323" sldId="266"/>
            <ac:spMk id="4" creationId="{E91711B2-3289-AD2A-C18A-E4AEB315D0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2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16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3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56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0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54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3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78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9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5C75D58-AE46-4A21-AFAF-DC9208FDB31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7651E3D-208A-4D09-BE53-929B6198C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0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194B-26FD-2553-E588-2308C6E2C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072"/>
            <a:ext cx="9144000" cy="913266"/>
          </a:xfrm>
        </p:spPr>
        <p:txBody>
          <a:bodyPr>
            <a:noAutofit/>
          </a:bodyPr>
          <a:lstStyle/>
          <a:p>
            <a:r>
              <a:rPr lang="en-IN" sz="66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Master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14A8A-A7F8-25F2-EB20-407097059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9544"/>
            <a:ext cx="9144000" cy="913266"/>
          </a:xfrm>
        </p:spPr>
        <p:txBody>
          <a:bodyPr>
            <a:noAutofit/>
          </a:bodyPr>
          <a:lstStyle/>
          <a:p>
            <a:r>
              <a:rPr lang="en-IN" sz="6000" dirty="0"/>
              <a:t>Git &amp; GitHub </a:t>
            </a:r>
          </a:p>
          <a:p>
            <a:r>
              <a:rPr lang="en-IN" sz="6000" dirty="0"/>
              <a:t>DA/DS/Full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F2BA5-899B-739B-5456-E6EA4FC8A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342" y="1969182"/>
            <a:ext cx="1208315" cy="120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48589-C45E-3BB0-B260-33C4E9C89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4" y="1207182"/>
            <a:ext cx="1524000" cy="152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91713A-C380-5FE7-F62B-0C05ED3D1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97" y="4699716"/>
            <a:ext cx="1788787" cy="164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4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5BC2-A34E-C7AB-70A2-638B8FC1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What is Git?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D0D2A6-86D5-AEAC-2FA1-E0964A288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752" y="2093976"/>
            <a:ext cx="10678886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track changes in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Popular version control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Free and open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you revert, compare versions, and collaborate safely.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developers, data scientists, analysts, DevOps, ML engineers,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0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ADA7-E32B-D40F-76D3-4925BCD7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What is GitHub?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74312-7C4F-B2A1-CB7E-8AFBA8C64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21585"/>
            <a:ext cx="973182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store Git repositories.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Hosting projects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Sharing code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portfolios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for job interviews (recruiters love GitHub)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54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7263-4708-0DF9-1121-836FA58B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Installing &amp; Setting Up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14FE-BF4F-8F4A-ED49-032EC37BA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Download Git: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https://git-scm.com/downloads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 studio code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Basic Setup Commands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config --global user.name "Your Name"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config --global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user.email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"your@email.</a:t>
            </a:r>
            <a:r>
              <a:rPr lang="en-IN" sz="2400">
                <a:latin typeface="Arial" panose="020B0604020202020204" pitchFamily="34" charset="0"/>
                <a:cs typeface="Arial" panose="020B0604020202020204" pitchFamily="34" charset="0"/>
              </a:rPr>
              <a:t>com"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Check setup:</a:t>
            </a:r>
          </a:p>
          <a:p>
            <a:pPr lvl="1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git --version</a:t>
            </a:r>
          </a:p>
          <a:p>
            <a:pPr lvl="1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git config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0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38C1-D749-7394-35CE-F90D400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GitHub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D135-C27B-C51F-F241-B92DE2E4F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093976"/>
            <a:ext cx="10515600" cy="358836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GitHub Account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New Repository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Local Repo to GitHub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Remote Repo to Local Repo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6240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D58B-9D0D-B954-6A9A-CDD42C47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pPr algn="ctr"/>
            <a:r>
              <a:rPr lang="en-IN" dirty="0"/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83EC4-B73C-4BBE-66A9-FCE35905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38943"/>
            <a:ext cx="11277600" cy="4838020"/>
          </a:xfrm>
        </p:spPr>
        <p:txBody>
          <a:bodyPr>
            <a:normAutofit lnSpcReduction="10000"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Clone and Status</a:t>
            </a:r>
          </a:p>
          <a:p>
            <a:pPr marL="457200" lvl="1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clone: Cloning a repository on our local machine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clone &lt;link&gt;</a:t>
            </a:r>
          </a:p>
          <a:p>
            <a:pPr marL="457200" lvl="1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Status: displays the state of the code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status</a:t>
            </a:r>
          </a:p>
          <a:p>
            <a:pPr marL="457200" lvl="1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Add and Commit</a:t>
            </a:r>
          </a:p>
          <a:p>
            <a:pPr marL="457200" lvl="1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commit: adds new or changed files in your working directory to the git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add filename (particular file)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add . (all files)</a:t>
            </a:r>
          </a:p>
          <a:p>
            <a:pPr marL="457200" lvl="1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commit: it is the record of change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commit –m “message”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96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011F3E-CFB5-332B-160C-3DE48A6A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4F9E9-2E3B-20CB-4784-9DBBC5A1C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12"/>
            <a:ext cx="10515600" cy="4957763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</a:p>
          <a:p>
            <a:pPr marL="457200" lvl="1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command move the local files from local machine to </a:t>
            </a:r>
            <a:r>
              <a:rPr lang="en-IN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push origin main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Init </a:t>
            </a:r>
          </a:p>
          <a:p>
            <a:pPr mar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used to create a new git repository 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add . 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commit –m “me”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remote add origin &lt;link&gt;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branch –m main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push (-u) origin main   </a:t>
            </a:r>
          </a:p>
        </p:txBody>
      </p:sp>
    </p:spTree>
    <p:extLst>
      <p:ext uri="{BB962C8B-B14F-4D97-AF65-F5344CB8AC3E}">
        <p14:creationId xmlns:p14="http://schemas.microsoft.com/office/powerpoint/2010/main" val="362838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C655-0B65-4CFE-36D7-7DDCB0D8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9239F-2249-B9BF-4F9E-07DB01C6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B66B3-34A5-8741-8C5C-449C0ED15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1081657" cy="4957763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Branch commands</a:t>
            </a:r>
          </a:p>
          <a:p>
            <a:pPr marL="0" indent="0">
              <a:buNone/>
            </a:pPr>
            <a:r>
              <a:rPr lang="en-US" sz="2400" b="1" dirty="0"/>
              <a:t>   </a:t>
            </a:r>
            <a:r>
              <a:rPr lang="en-US" sz="2400" b="1" dirty="0">
                <a:solidFill>
                  <a:srgbClr val="C00000"/>
                </a:solidFill>
              </a:rPr>
              <a:t>branch</a:t>
            </a:r>
            <a:r>
              <a:rPr lang="en-US" sz="2400" dirty="0">
                <a:solidFill>
                  <a:srgbClr val="C00000"/>
                </a:solidFill>
              </a:rPr>
              <a:t> in Git is like creating a </a:t>
            </a:r>
            <a:r>
              <a:rPr lang="en-US" sz="2400" b="1" dirty="0">
                <a:solidFill>
                  <a:srgbClr val="C00000"/>
                </a:solidFill>
              </a:rPr>
              <a:t>separate copy of your project</a:t>
            </a:r>
            <a:r>
              <a:rPr lang="en-US" sz="2400" dirty="0">
                <a:solidFill>
                  <a:srgbClr val="C00000"/>
                </a:solidFill>
              </a:rPr>
              <a:t>, where you      can make changes safely </a:t>
            </a:r>
            <a:r>
              <a:rPr lang="en-US" sz="2400" b="1" dirty="0">
                <a:solidFill>
                  <a:srgbClr val="C00000"/>
                </a:solidFill>
              </a:rPr>
              <a:t>without affecting the main code</a:t>
            </a:r>
            <a:r>
              <a:rPr lang="en-US" sz="2400" dirty="0">
                <a:solidFill>
                  <a:srgbClr val="C00000"/>
                </a:solidFill>
              </a:rPr>
              <a:t>.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branch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branch –m newname (to rename branch)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checkout &lt;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branchname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(to switch to another branch already exist)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checkout –b &lt;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branchname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(to switch to new branch)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branch –d &lt;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branchname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(to delete the branch)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branch –m main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push (-u) origin main   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48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4C1C-1F9A-3487-EE99-3338AFBF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616313-731F-F3FD-1BF1-E11F0A71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F32C5-7CCD-2216-AC37-86DDA91E9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Merge code</a:t>
            </a:r>
          </a:p>
          <a:p>
            <a:pPr marL="457200" lvl="1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Way1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diff –m &lt;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branchname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git merge &lt;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branchname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  <a:p>
            <a:pPr lvl="1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Way2: Using </a:t>
            </a:r>
            <a:r>
              <a:rPr lang="en-IN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PR(pull request)</a:t>
            </a:r>
          </a:p>
          <a:p>
            <a:pPr marL="800100" lvl="1" indent="-34290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Code reviews</a:t>
            </a:r>
          </a:p>
          <a:p>
            <a:pPr marL="800100" lvl="1" indent="-34290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Approvals</a:t>
            </a:r>
          </a:p>
          <a:p>
            <a:pPr marL="800100" lvl="1" indent="-34290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Merge to main after discussion</a:t>
            </a:r>
          </a:p>
          <a:p>
            <a:pPr marL="800100" lvl="1" indent="-34290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Essential for team project</a:t>
            </a:r>
          </a:p>
          <a:p>
            <a:pPr marL="800100" lvl="1" indent="-34290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git pull origin main   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6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40CD-38BA-216D-7EB6-945BDE32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5"/>
            <a:ext cx="11353800" cy="1325563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</a:rPr>
              <a:t>Best Practices </a:t>
            </a:r>
            <a:br>
              <a:rPr lang="en-IN" sz="6600" b="1" dirty="0">
                <a:solidFill>
                  <a:srgbClr val="002060"/>
                </a:solidFill>
              </a:rPr>
            </a:br>
            <a:r>
              <a:rPr lang="en-IN" sz="6600" b="1" dirty="0">
                <a:solidFill>
                  <a:srgbClr val="002060"/>
                </a:solidFill>
              </a:rPr>
              <a:t> Common Pitfalls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1711B2-3289-AD2A-C18A-E4AEB315D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943" y="2646360"/>
            <a:ext cx="72218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Commit messages: descriptive &amp; frequent commits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gitignore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sensitive/data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Pull before push to avoid conflicts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branches for features/experiments</a:t>
            </a:r>
          </a:p>
        </p:txBody>
      </p:sp>
    </p:spTree>
    <p:extLst>
      <p:ext uri="{BB962C8B-B14F-4D97-AF65-F5344CB8AC3E}">
        <p14:creationId xmlns:p14="http://schemas.microsoft.com/office/powerpoint/2010/main" val="198988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FDC9-19D8-779C-13CF-620FE4F5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002060"/>
                </a:solidFill>
              </a:rPr>
              <a:t>Summary &amp; Takeaways</a:t>
            </a:r>
            <a:endParaRPr lang="en-IN" sz="6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D0F0-91BD-9361-4F68-83ADFCD9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+ GitHub = powerful version control + collaboration</a:t>
            </a:r>
          </a:p>
          <a:p>
            <a:r>
              <a:rPr lang="en-US" dirty="0"/>
              <a:t>Good for individual dev as well as teamwork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552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1094</TotalTime>
  <Words>497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Rockwell</vt:lpstr>
      <vt:lpstr>Rockwell Condensed</vt:lpstr>
      <vt:lpstr>Wingdings</vt:lpstr>
      <vt:lpstr>Wood Type</vt:lpstr>
      <vt:lpstr>Master Session</vt:lpstr>
      <vt:lpstr>What is Git?</vt:lpstr>
      <vt:lpstr>What is GitHub?</vt:lpstr>
      <vt:lpstr>Installing &amp; Setting Up Git</vt:lpstr>
      <vt:lpstr>GitHub Essentials</vt:lpstr>
      <vt:lpstr>Git Commands</vt:lpstr>
      <vt:lpstr>Git Commands</vt:lpstr>
      <vt:lpstr>Git Commands</vt:lpstr>
      <vt:lpstr>Git Commands</vt:lpstr>
      <vt:lpstr>Best Practices   Common Pitfalls</vt:lpstr>
      <vt:lpstr>Summary &amp;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Singh</dc:creator>
  <cp:lastModifiedBy>Pooja Singh</cp:lastModifiedBy>
  <cp:revision>1</cp:revision>
  <dcterms:created xsi:type="dcterms:W3CDTF">2025-11-28T15:16:12Z</dcterms:created>
  <dcterms:modified xsi:type="dcterms:W3CDTF">2025-11-29T09:30:31Z</dcterms:modified>
</cp:coreProperties>
</file>